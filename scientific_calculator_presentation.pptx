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18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2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0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0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5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5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9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0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9945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98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691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12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9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4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5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23392E-A3C7-4D5A-B235-3B73158C688E}"/>
              </a:ext>
            </a:extLst>
          </p:cNvPr>
          <p:cNvSpPr txBox="1"/>
          <p:nvPr/>
        </p:nvSpPr>
        <p:spPr>
          <a:xfrm>
            <a:off x="200025" y="2310638"/>
            <a:ext cx="8443902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 </a:t>
            </a:r>
            <a:r>
              <a:rPr lang="en-US" sz="3200" b="1" dirty="0">
                <a:latin typeface="+mj-lt"/>
              </a:rPr>
              <a:t>Project Name:-  </a:t>
            </a:r>
            <a:r>
              <a:rPr lang="en-US" sz="3200" dirty="0">
                <a:latin typeface="+mj-lt"/>
              </a:rPr>
              <a:t>Building </a:t>
            </a:r>
            <a:r>
              <a:rPr lang="en-IN" sz="3200" dirty="0">
                <a:latin typeface="+mj-lt"/>
              </a:rPr>
              <a:t>Basic Calculator</a:t>
            </a:r>
          </a:p>
          <a:p>
            <a:r>
              <a:rPr lang="en-IN" sz="3200" dirty="0">
                <a:latin typeface="+mj-lt"/>
              </a:rPr>
              <a:t> </a:t>
            </a:r>
            <a:r>
              <a:rPr lang="en-IN" sz="3200" b="1" dirty="0">
                <a:latin typeface="+mj-lt"/>
              </a:rPr>
              <a:t>Student Name:- </a:t>
            </a:r>
            <a:r>
              <a:rPr lang="en-IN" sz="3200" dirty="0">
                <a:latin typeface="+mj-lt"/>
              </a:rPr>
              <a:t>Yogendra Singh </a:t>
            </a:r>
          </a:p>
          <a:p>
            <a:endParaRPr lang="en-US" sz="32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59E796-D5F1-496E-B51F-BB9614A54466}"/>
              </a:ext>
            </a:extLst>
          </p:cNvPr>
          <p:cNvSpPr/>
          <p:nvPr/>
        </p:nvSpPr>
        <p:spPr>
          <a:xfrm>
            <a:off x="200025" y="400050"/>
            <a:ext cx="8443902" cy="120015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8456B-09B9-4EDD-9FED-B0EE56230163}"/>
              </a:ext>
            </a:extLst>
          </p:cNvPr>
          <p:cNvSpPr txBox="1"/>
          <p:nvPr/>
        </p:nvSpPr>
        <p:spPr>
          <a:xfrm>
            <a:off x="278601" y="538460"/>
            <a:ext cx="8286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Project</a:t>
            </a: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41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7B71B4-0557-4EA6-A646-422191983041}"/>
              </a:ext>
            </a:extLst>
          </p:cNvPr>
          <p:cNvSpPr/>
          <p:nvPr/>
        </p:nvSpPr>
        <p:spPr>
          <a:xfrm>
            <a:off x="457199" y="2084576"/>
            <a:ext cx="8445600" cy="15696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E88862-FC91-4DD3-99E7-40592DC85149}"/>
              </a:ext>
            </a:extLst>
          </p:cNvPr>
          <p:cNvSpPr/>
          <p:nvPr/>
        </p:nvSpPr>
        <p:spPr>
          <a:xfrm>
            <a:off x="457200" y="388132"/>
            <a:ext cx="8287200" cy="8316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88938"/>
            <a:ext cx="8115300" cy="970764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Scientific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154888"/>
            <a:ext cx="8229600" cy="14144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Python (</a:t>
            </a:r>
            <a:r>
              <a:rPr sz="3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AE5816-DE3B-4E77-BC07-E172E575608F}"/>
              </a:ext>
            </a:extLst>
          </p:cNvPr>
          <p:cNvSpPr/>
          <p:nvPr/>
        </p:nvSpPr>
        <p:spPr>
          <a:xfrm>
            <a:off x="457199" y="2160591"/>
            <a:ext cx="8445600" cy="1991684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AE2C56-F6C2-4744-B816-FA6CF8E42CF7}"/>
              </a:ext>
            </a:extLst>
          </p:cNvPr>
          <p:cNvSpPr/>
          <p:nvPr/>
        </p:nvSpPr>
        <p:spPr>
          <a:xfrm>
            <a:off x="457200" y="657952"/>
            <a:ext cx="8287200" cy="8316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34801" cy="8316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1"/>
            <a:ext cx="6347714" cy="987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scientific calculator performs advanced mathematical operations like trigonometry, logarithms, and square roots.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F70B234-0DE1-4061-9B8C-4D0FB7769F4D}"/>
              </a:ext>
            </a:extLst>
          </p:cNvPr>
          <p:cNvSpPr/>
          <p:nvPr/>
        </p:nvSpPr>
        <p:spPr>
          <a:xfrm>
            <a:off x="457199" y="2160590"/>
            <a:ext cx="8445600" cy="2261507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BC68C-BF41-4C69-84E9-A2BCD04A460C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390" y="609600"/>
            <a:ext cx="7757410" cy="13208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user-friendly calculator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scientific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safe and accurate</a:t>
            </a:r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390443-62CA-4A16-9BDF-1AEB4955C2B9}"/>
              </a:ext>
            </a:extLst>
          </p:cNvPr>
          <p:cNvSpPr/>
          <p:nvPr/>
        </p:nvSpPr>
        <p:spPr>
          <a:xfrm>
            <a:off x="457199" y="2160590"/>
            <a:ext cx="8445600" cy="2261507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164B1-EF5A-42C7-B6FA-35826492050E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964775" cy="13208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</a:t>
            </a:r>
            <a:r>
              <a:rPr sz="4800" dirty="0"/>
              <a:t> </a:t>
            </a:r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 </a:t>
            </a: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(GUI)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66A777-C8F8-40BF-830F-76734DA108E5}"/>
              </a:ext>
            </a:extLst>
          </p:cNvPr>
          <p:cNvSpPr/>
          <p:nvPr/>
        </p:nvSpPr>
        <p:spPr>
          <a:xfrm>
            <a:off x="457199" y="2160590"/>
            <a:ext cx="8445600" cy="3160918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AAA7C-7A88-422D-BFD7-1A5E7B3EB8D8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34801" cy="13208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sz="4800" dirty="0"/>
              <a:t> </a:t>
            </a:r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8293200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operations (+, -, *, /)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Trigonometric functions (sin, cos, tan)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 root,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Logarithmic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B1B4F1-B244-403B-A344-1BEA30726B5A}"/>
              </a:ext>
            </a:extLst>
          </p:cNvPr>
          <p:cNvSpPr/>
          <p:nvPr/>
        </p:nvSpPr>
        <p:spPr>
          <a:xfrm>
            <a:off x="457199" y="2160590"/>
            <a:ext cx="8445600" cy="2261507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38AAA-750E-4FF7-99C1-AE00E5BA9368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34801" cy="13208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</a:t>
            </a:r>
            <a:r>
              <a:rPr sz="4800" dirty="0"/>
              <a:t> </a:t>
            </a:r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8287199" cy="3880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inputs expression → processed → evaluated safely → result displayed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EDE420-C90D-435E-ABF8-FCF1B3DEECC0}"/>
              </a:ext>
            </a:extLst>
          </p:cNvPr>
          <p:cNvSpPr/>
          <p:nvPr/>
        </p:nvSpPr>
        <p:spPr>
          <a:xfrm>
            <a:off x="457199" y="2160590"/>
            <a:ext cx="8445600" cy="2636262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0576E-D942-41C8-882D-5B32C1713FC6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34801" cy="664564"/>
          </a:xfrm>
        </p:spPr>
        <p:txBody>
          <a:bodyPr>
            <a:normAutofit fontScale="90000"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8293200" cy="3880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trig functions in degrees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 evaluation using restricted namespace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button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7ADF1-A5C2-4167-B0F4-CB28D360848C}"/>
              </a:ext>
            </a:extLst>
          </p:cNvPr>
          <p:cNvSpPr/>
          <p:nvPr/>
        </p:nvSpPr>
        <p:spPr>
          <a:xfrm>
            <a:off x="457199" y="2160590"/>
            <a:ext cx="8445600" cy="2261507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48BB5C-6103-4B68-AF62-D16DAD395C73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34801" cy="13208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8293200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Buttons for numbers and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screen</a:t>
            </a:r>
            <a:endParaRPr lang="en-US" sz="3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203883-2A54-4398-A4F6-45B5ED6E9584}"/>
              </a:ext>
            </a:extLst>
          </p:cNvPr>
          <p:cNvSpPr/>
          <p:nvPr/>
        </p:nvSpPr>
        <p:spPr>
          <a:xfrm>
            <a:off x="457199" y="2160590"/>
            <a:ext cx="8445600" cy="2261507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C0ADA-0E3A-4F01-85CB-7C4BA96E7200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134801" cy="13208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8293200" cy="22615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invalid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Avoiding eval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UI responsiveness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198712-4937-4449-B0A8-1FC79B0EE7E6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8491A8-AC14-4ADC-8D20-E8C077BFAA50}"/>
              </a:ext>
            </a:extLst>
          </p:cNvPr>
          <p:cNvSpPr/>
          <p:nvPr/>
        </p:nvSpPr>
        <p:spPr>
          <a:xfrm>
            <a:off x="457199" y="2160590"/>
            <a:ext cx="8445600" cy="276701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077201" cy="1320800"/>
          </a:xfrm>
        </p:spPr>
        <p:txBody>
          <a:bodyPr>
            <a:no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8445600" cy="276701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Dark mode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History panel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to desktop app (.exe)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EA9AF4-FEF2-4B79-B94E-484D484E8D00}"/>
              </a:ext>
            </a:extLst>
          </p:cNvPr>
          <p:cNvSpPr/>
          <p:nvPr/>
        </p:nvSpPr>
        <p:spPr>
          <a:xfrm>
            <a:off x="457199" y="2160590"/>
            <a:ext cx="8445600" cy="2261507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78E5E-16FA-4E30-8CF3-471E2A9C4B1B}"/>
              </a:ext>
            </a:extLst>
          </p:cNvPr>
          <p:cNvSpPr/>
          <p:nvPr/>
        </p:nvSpPr>
        <p:spPr>
          <a:xfrm>
            <a:off x="457200" y="657951"/>
            <a:ext cx="8287200" cy="9442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077201" cy="13208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8293200" cy="22615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how Python can be used to build practical applications with GUI and mathematical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E82E19-65D8-4CE2-8571-DA2502D14DE0}"/>
              </a:ext>
            </a:extLst>
          </p:cNvPr>
          <p:cNvSpPr/>
          <p:nvPr/>
        </p:nvSpPr>
        <p:spPr>
          <a:xfrm>
            <a:off x="457199" y="2160590"/>
            <a:ext cx="8445600" cy="2261507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90147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</TotalTime>
  <Words>178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PowerPoint Presentation</vt:lpstr>
      <vt:lpstr>          Scientific Calculator</vt:lpstr>
      <vt:lpstr>        Introduction</vt:lpstr>
      <vt:lpstr>Objectives</vt:lpstr>
      <vt:lpstr>Technologies Used</vt:lpstr>
      <vt:lpstr>Key Features</vt:lpstr>
      <vt:lpstr>Working Principle</vt:lpstr>
      <vt:lpstr>Code Highlights</vt:lpstr>
      <vt:lpstr>User Interface</vt:lpstr>
      <vt:lpstr>Challenges</vt:lpstr>
      <vt:lpstr>Future Improvements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Calculator</dc:title>
  <dc:subject/>
  <dc:creator/>
  <cp:keywords/>
  <dc:description>generated using python-pptx</dc:description>
  <cp:lastModifiedBy>dell</cp:lastModifiedBy>
  <cp:revision>14</cp:revision>
  <dcterms:created xsi:type="dcterms:W3CDTF">2013-01-27T09:14:16Z</dcterms:created>
  <dcterms:modified xsi:type="dcterms:W3CDTF">2026-04-26T12:40:15Z</dcterms:modified>
  <cp:category/>
</cp:coreProperties>
</file>